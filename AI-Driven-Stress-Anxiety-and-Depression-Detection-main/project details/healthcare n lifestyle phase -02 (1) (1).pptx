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78" r:id="rId3"/>
    <p:sldId id="308" r:id="rId4"/>
    <p:sldId id="279" r:id="rId5"/>
    <p:sldId id="289" r:id="rId6"/>
    <p:sldId id="290" r:id="rId7"/>
    <p:sldId id="293" r:id="rId8"/>
    <p:sldId id="294" r:id="rId9"/>
    <p:sldId id="291" r:id="rId10"/>
    <p:sldId id="306" r:id="rId11"/>
    <p:sldId id="310" r:id="rId12"/>
    <p:sldId id="309" r:id="rId13"/>
    <p:sldId id="297" r:id="rId14"/>
    <p:sldId id="304" r:id="rId15"/>
    <p:sldId id="305" r:id="rId16"/>
    <p:sldId id="298" r:id="rId17"/>
    <p:sldId id="30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998C4-9A54-443A-80A5-5BA118ED9232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7B673-4FB7-45A4-BD46-75CC8F0B131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15" y="3519814"/>
            <a:ext cx="8434915" cy="2432809"/>
          </a:xfrm>
        </p:spPr>
        <p:txBody>
          <a:bodyPr>
            <a:noAutofit/>
          </a:bodyPr>
          <a:lstStyle/>
          <a:p>
            <a:pPr algn="l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pPr algn="l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T.S                  (4PS22IS019)                     Prof.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Rashmi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Y.S  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Chakravarthy      (4PS22IS031)                     Assistant Professor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Sanjana L                  (4PS22IS047)                    Dept. Of IS&amp;E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Vaishak M.A             (4PS22IS054)  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Image 2" descr="A logo of a college of engineering  Description automatically generated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37" y="148101"/>
            <a:ext cx="1073508" cy="143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50445" y="47478"/>
            <a:ext cx="7662672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P.E.S. College of Engineering, Mandya-571401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(An Autonomous Institute under Visvesvaraya Technological University, Belagavi)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Information Science and Engineering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phase-02 presentation 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222" y="148101"/>
            <a:ext cx="1073508" cy="14398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50445" y="1950154"/>
            <a:ext cx="550755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Stress, Anxiety, and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Depression Detection and Lifestyle Support System”</a:t>
            </a:r>
            <a:endParaRPr lang="en-US" alt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821" y="175840"/>
            <a:ext cx="6347713" cy="660400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172" y="744559"/>
            <a:ext cx="6347714" cy="56853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Recap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System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Completion Status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3200" dirty="0"/>
          </a:p>
          <a:p>
            <a:pPr>
              <a:buFont typeface="Wingdings" panose="05000000000000000000" pitchFamily="2" charset="2"/>
              <a:buChar char="Ø"/>
            </a:pPr>
            <a:endParaRPr lang="en-I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268" y="200110"/>
            <a:ext cx="6347713" cy="616527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860" y="898992"/>
            <a:ext cx="7998374" cy="50600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an AI-driven web platform that integrates healthcare (mental well-being) and lifestyle improvement.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sentiment analysis to understand users’ emotions through text inputs and provides personalized recommendations, daily wellness tips, and professional psychiatrist support.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ensures a secure, user-friendly, and confidential environment to track emotional progress and promote healthier living habits.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bridges the gap between mental health and lifestyle management. This intelligent platform represents a holistic approach to improving overall well-being using technology and empathy.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268" y="200110"/>
            <a:ext cx="6347713" cy="616527"/>
          </a:xfrm>
        </p:spPr>
        <p:txBody>
          <a:bodyPr>
            <a:normAutofit/>
          </a:bodyPr>
          <a:lstStyle/>
          <a:p>
            <a:r>
              <a:rPr lang="en-IN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Recap of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860" y="898992"/>
            <a:ext cx="7998374" cy="5060016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 emotion-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and train a robust NLP model for emotion classification, forming the foundation for mental-health prediction. </a:t>
            </a:r>
            <a:r>
              <a:rPr lang="en-GB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(Completed in Phase-2)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advanced NLP and sentiment-analysis techniques to accurately identify user emotions and detect early signs of mental distress.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personalized lifestyle and mental-wellness recommendations such as relaxation techniques, activity suggestions, and self-care routines based on the user’s emotional state.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strong user-data privacy, ethical AI usage, and secure handling of sensitive mental-health 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interactive and user-friendly web interface that allows users to monitor mood trends and view personalized wellness insights.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70735" y="1941763"/>
          <a:ext cx="2026143" cy="3944941"/>
        </p:xfrm>
        <a:graphic>
          <a:graphicData uri="http://schemas.openxmlformats.org/drawingml/2006/table">
            <a:tbl>
              <a:tblPr/>
              <a:tblGrid>
                <a:gridCol w="675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491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593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91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042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658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600" dirty="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042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600" dirty="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29184" marR="29184" marT="14592" marB="14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31226" y="1113221"/>
          <a:ext cx="8586954" cy="5331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345"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345"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1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an emotion-labeled dataset and train a robust NLP model for emotion classification.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345"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2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NLP and sentiment-analysis techniques to identify user emotions and detect early signs of mental distress.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Progress / Upcoming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345"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3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 at least 80% accuracy in classifying stress, anxiety, and depression using ML/DL models.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Upcoming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345"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4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personalized lifestyle and mental-wellness recommendations based on detected emotional states.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Upcoming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345"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5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user-data privacy, ethical AI usage, and secure handling of sensitive mental-health information.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Ongoing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345"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6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an interactive, user-friendly web interface for mood tracking and personalized insights.</a:t>
                      </a:r>
                    </a:p>
                  </a:txBody>
                  <a:tcPr marL="29184" marR="29184" marT="14592" marB="1459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Upcoming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184" marR="29184" marT="14592" marB="1459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9113" y="329618"/>
            <a:ext cx="68853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Completion Status (Phase-2)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84083" y="862438"/>
            <a:ext cx="9059917" cy="489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GoEmotions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Google AI)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Loaded the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GoEmotions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(58k+ labeled text samples) using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load_dataset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go_emotions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official splits: Train, Validation, Test.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Extracted 27 emotion labels + neutral for multi-label classification.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 (Implemented in Code)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Tokenized text using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tokenizer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-base-uncased).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truncation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max_length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I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512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padding, and text normalization.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label lists into multi-hot vectors for multi-label learning.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Cast all labels to float32 for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compatibility.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final dataset format to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tensors: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input_ids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attention_mask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083" y="335596"/>
            <a:ext cx="4587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2041" y="1610797"/>
            <a:ext cx="9385738" cy="4215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buClr>
                <a:srgbClr val="92D050"/>
              </a:buClr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Deliverable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AutoModelForSequenceClassification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27 labels and multi-label classification.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evaluation at each epoch and selected best model using F1-micro score.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trained model using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Trainer API.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92D050"/>
              </a:buClr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Deliverable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Micro F1-score and Exact Match Accuracy as evaluation metrics.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sigmoid activation with 0.5 threshold for multi-label predictions.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final model on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GoEmotions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split using custom metric function.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041" y="353943"/>
            <a:ext cx="4734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2041" y="764024"/>
            <a:ext cx="9343697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buClr>
                <a:srgbClr val="92D050"/>
              </a:buClr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Emotion-to-Mental-State Mapping (Additional Deliverable)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Mapped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GoEmotions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labels into depression, anxiety, and stress indicator groups.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classifier to detect condition (stress / anxiety / depression / normal).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severity levels (mild / moderate / severe) based on probability scores.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Inference &amp; Output Module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predict_emotions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(text) to return emotion labels with probabilities.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classify_mental_state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(text) to return mental-state category and severity.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complete end-to-end inference capability for real-time prediction.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Export Deliverable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Saved trained model to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goemotions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-mental".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Saved tokenizer for Phase-3 backend and web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41" y="292389"/>
            <a:ext cx="4734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5387" y="177941"/>
            <a:ext cx="5315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System Architecture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65387" y="846048"/>
            <a:ext cx="857381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GoEmotions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as the primary labelled emotion source.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complete preprocessing pipeline including tokenization, truncation, padding, and multi-hot encoding.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multi-label emotion classification model trained on 27 emotion categories.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custom logic to map predicted emotions into mental-health categories: stress, anxiety, and depression.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severity detection module using probability thresholds to classify mild, moderate, or severe levels.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inference module enabling real-time text processing and emotion prediction for future web integration.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Saved trained model and tokenizer for backend deployment in subsequent phases.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D050"/>
              </a:buClr>
              <a:buSzTx/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38FBAB-8DBE-45C2-94DB-F55F844F4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000"/>
            <a:ext cx="9144000" cy="249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FFB596-89DE-457E-8638-94F896C92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1280"/>
            <a:ext cx="9144000" cy="12744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870278-5990-48C8-A03C-58FC87D4012B}"/>
              </a:ext>
            </a:extLst>
          </p:cNvPr>
          <p:cNvSpPr txBox="1"/>
          <p:nvPr/>
        </p:nvSpPr>
        <p:spPr>
          <a:xfrm>
            <a:off x="27590" y="181388"/>
            <a:ext cx="4587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 </a:t>
            </a:r>
          </a:p>
        </p:txBody>
      </p:sp>
    </p:spTree>
    <p:extLst>
      <p:ext uri="{BB962C8B-B14F-4D97-AF65-F5344CB8AC3E}">
        <p14:creationId xmlns:p14="http://schemas.microsoft.com/office/powerpoint/2010/main" val="1950020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863A0D-9A24-43B0-AE46-AE56D403B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2997"/>
            <a:ext cx="9144000" cy="46120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3C146F-2811-4C54-9AA1-26FDAEFA9009}"/>
              </a:ext>
            </a:extLst>
          </p:cNvPr>
          <p:cNvSpPr txBox="1"/>
          <p:nvPr/>
        </p:nvSpPr>
        <p:spPr>
          <a:xfrm>
            <a:off x="76201" y="177941"/>
            <a:ext cx="4587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 </a:t>
            </a:r>
          </a:p>
        </p:txBody>
      </p:sp>
    </p:spTree>
    <p:extLst>
      <p:ext uri="{BB962C8B-B14F-4D97-AF65-F5344CB8AC3E}">
        <p14:creationId xmlns:p14="http://schemas.microsoft.com/office/powerpoint/2010/main" val="778679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634" y="105104"/>
            <a:ext cx="4587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Completion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738" y="1016730"/>
            <a:ext cx="826113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Modules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GoEmotions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loading and setup.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 including tokenization, truncation, padding, and multi-hot encoding.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datasets into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-ready formats.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multi-label emotion classification model training.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using micro F1-score and exact-match accuracy.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grouping into stress, anxiety, and depression categories.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Mental-state classification with severity detection logic.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module for real-time emotion and mental-state prediction.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of trained model and tokenizer for Phase-3 integration.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634" y="105104"/>
            <a:ext cx="4587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Completion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738" y="1016730"/>
            <a:ext cx="8261131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In-Progress / Upcoming Modules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mental-health classifier refinement for improved accuracy.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recommendation engine development.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platform backend integration with trained model.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UI design for user interaction.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handling and privacy mechanisms.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634" y="147146"/>
            <a:ext cx="4587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(Phase-3 Plan)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737" y="1016730"/>
            <a:ext cx="922808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Mental-Health Classification Accuracy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 emotion-to-mental-state mapping rules.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ensemble models or fine-tuning with additional mental-health datasets.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thresholds and severity ranges for better prediction reliability.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92D050"/>
              </a:buClr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Lifestyle Recommendation Engine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rule-based and AI-driven recommendation logic.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personalized wellness tips based on predicted stress, anxiety, and depression levels.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relaxation techniques, activity suggestions, and self-care routines.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92D050"/>
              </a:buClr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Model with Web Backend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trained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as a REST API or microservice.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endpoints for emotion and mental-state prediction.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scalability and response-time optimization.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1228" y="1030971"/>
            <a:ext cx="870256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User Interface &amp; Dashboard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interactive and user-friendly web UI.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input journal/text entries.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mood trends, emotional patterns, and prediction history.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92D050"/>
              </a:buClr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Data Handling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encryption, anonymization, and ethical data-usage practices.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compliance with privacy requirements for sensitive emotional data.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92D050"/>
              </a:buClr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System Integration &amp; Testing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frontend, backend, and trained model.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complete user flow from text input → prediction → recommendations.</a:t>
            </a: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performance, usability, and reliability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773" y="209473"/>
            <a:ext cx="4587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(Phase-3 Plan)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3373" y="2490217"/>
            <a:ext cx="458776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1181</Words>
  <Application>Microsoft Office PowerPoint</Application>
  <PresentationFormat>On-screen Show (4:3)</PresentationFormat>
  <Paragraphs>146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PowerPoint Presentation</vt:lpstr>
      <vt:lpstr>Agenda</vt:lpstr>
      <vt:lpstr>Introduction</vt:lpstr>
      <vt:lpstr>Recap of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Sanjana Sinchana</dc:creator>
  <dc:description>generated using python-pptx</dc:description>
  <cp:lastModifiedBy>LENOVO</cp:lastModifiedBy>
  <cp:revision>43</cp:revision>
  <dcterms:created xsi:type="dcterms:W3CDTF">2013-01-27T09:14:00Z</dcterms:created>
  <dcterms:modified xsi:type="dcterms:W3CDTF">2025-12-10T05:27:27Z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9D0799D13A0140EE924C6E407133F4C0_12</vt:lpwstr>
  </property>
  <property fmtid="{D5CDD505-2E9C-101B-9397-08002B2CF9AE}" pid="3" name="KSOProductBuildVer">
    <vt:lpwstr>1033-12.2.0.23155</vt:lpwstr>
  </property>
</Properties>
</file>